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  <p:sldMasterId id="2147483672" r:id="rId4"/>
    <p:sldMasterId id="2147483684" r:id="rId5"/>
    <p:sldMasterId id="2147483696" r:id="rId6"/>
  </p:sldMasterIdLst>
  <p:sldIdLst>
    <p:sldId id="580" r:id="rId7"/>
    <p:sldId id="601" r:id="rId8"/>
    <p:sldId id="602" r:id="rId9"/>
    <p:sldId id="603" r:id="rId10"/>
    <p:sldId id="604" r:id="rId11"/>
  </p:sldIdLst>
  <p:sldSz cx="7772400" cy="10058400"/>
  <p:notesSz cx="6858000" cy="9144000"/>
  <p:embeddedFontLst>
    <p:embeddedFont>
      <p:font typeface="Avalon" panose="020B7200000000000000" charset="0"/>
      <p:regular r:id="rId15"/>
    </p:embeddedFont>
  </p:embeddedFont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8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6"/>
  </p:normalViewPr>
  <p:slideViewPr>
    <p:cSldViewPr snapToGrid="0">
      <p:cViewPr>
        <p:scale>
          <a:sx n="124" d="100"/>
          <a:sy n="124" d="100"/>
        </p:scale>
        <p:origin x="1720" y="-2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slide" Target="slides/slide2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font" Target="fonts/font1.fntdata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6.xml"/><Relationship Id="rId12" Type="http://schemas.openxmlformats.org/officeDocument/2006/relationships/theme" Target="../theme/theme5.xml"/><Relationship Id="rId11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7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7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03555" y="570230"/>
          <a:ext cx="6454775" cy="3899535"/>
        </p:xfrm>
        <a:graphic>
          <a:graphicData uri="http://schemas.openxmlformats.org/drawingml/2006/table">
            <a:tbl>
              <a:tblPr/>
              <a:tblGrid>
                <a:gridCol w="1122680"/>
                <a:gridCol w="2186305"/>
                <a:gridCol w="3145790"/>
              </a:tblGrid>
              <a:tr h="274320">
                <a:tc gridSpan="3"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BAHASA MELAYU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Kelas: 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Masa: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{{KELAS}}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{{MASA}}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Tarikh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{{TARIKH}}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Hari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{{HARI}}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Tema: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ajuk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{{TEMA}}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{{TAJUK}}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Kandungan: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{{SK}}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Arial" panose="020B0704020202020204"/>
                          <a:cs typeface="Avalon" panose="020B7200000000000000" charset="0"/>
                        </a:rPr>
                        <a:t>{{SP}}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Arial" panose="020B0704020202020204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Objektif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{{OBJEKTIF}}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AKTIVITI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{{AKTIVITI}}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indent="0" eaLnBrk="0" fontAlgn="auto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REFLEKSI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{{REFLEKSI}}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CATATAN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 gridSpan="3">
                  <a:txBody>
                    <a:bodyPr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PAK 21: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{{PAK21}}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Kehadiran: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{{KEHADIRAN}}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03555" y="570230"/>
          <a:ext cx="6454775" cy="3899535"/>
        </p:xfrm>
        <a:graphic>
          <a:graphicData uri="http://schemas.openxmlformats.org/drawingml/2006/table">
            <a:tbl>
              <a:tblPr/>
              <a:tblGrid>
                <a:gridCol w="1122680"/>
                <a:gridCol w="2186305"/>
                <a:gridCol w="3145790"/>
              </a:tblGrid>
              <a:tr h="274320">
                <a:tc gridSpan="3"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BAHASA MELAYU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Kelas: 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Masa: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{{KELAS}}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{{MASA}}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Tarikh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{{TARIKH}}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Hari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{{HARI}}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Tema: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ajuk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{{TEMA}}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{{TAJUK}}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Kandungan: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{{SK}}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Arial" panose="020B0704020202020204"/>
                          <a:cs typeface="Avalon" panose="020B7200000000000000" charset="0"/>
                        </a:rPr>
                        <a:t>{{SP}}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Arial" panose="020B0704020202020204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Objektif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{{OBJEKTIF}}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AKTIVITI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{{AKTIVITI}}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indent="0" eaLnBrk="0" fontAlgn="auto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REFLEKSI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{{REFLEKSI}}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CATATAN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 gridSpan="3">
                  <a:txBody>
                    <a:bodyPr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PAK 21: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{{PAK21}}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Kehadiran: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{{KEHADIRAN}}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03555" y="570230"/>
          <a:ext cx="6454775" cy="3899535"/>
        </p:xfrm>
        <a:graphic>
          <a:graphicData uri="http://schemas.openxmlformats.org/drawingml/2006/table">
            <a:tbl>
              <a:tblPr/>
              <a:tblGrid>
                <a:gridCol w="1122680"/>
                <a:gridCol w="2186305"/>
                <a:gridCol w="3145790"/>
              </a:tblGrid>
              <a:tr h="274320">
                <a:tc gridSpan="3"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BAHASA MELAYU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Kelas: 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Masa: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{{KELAS}}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{{MASA}}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Tarikh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{{TARIKH}}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Hari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{{HARI}}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Tema: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ajuk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{{TEMA}}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{{TAJUK}}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Kandungan: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{{SK}}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Arial" panose="020B0704020202020204"/>
                          <a:cs typeface="Avalon" panose="020B7200000000000000" charset="0"/>
                        </a:rPr>
                        <a:t>{{SP}}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Arial" panose="020B0704020202020204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Objektif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{{OBJEKTIF}}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AKTIVITI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{{AKTIVITI}}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indent="0" eaLnBrk="0" fontAlgn="auto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REFLEKSI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{{REFLEKSI}}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CATATAN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 gridSpan="3">
                  <a:txBody>
                    <a:bodyPr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PAK 21: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{{PAK21}}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Kehadiran: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{{KEHADIRAN}}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03555" y="570230"/>
          <a:ext cx="6454775" cy="3899535"/>
        </p:xfrm>
        <a:graphic>
          <a:graphicData uri="http://schemas.openxmlformats.org/drawingml/2006/table">
            <a:tbl>
              <a:tblPr/>
              <a:tblGrid>
                <a:gridCol w="1122680"/>
                <a:gridCol w="2186305"/>
                <a:gridCol w="3145790"/>
              </a:tblGrid>
              <a:tr h="274320">
                <a:tc gridSpan="3"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BAHASA MELAYU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Kelas: 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Masa: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{{KELAS}}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{{MASA}}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Tarikh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{{TARIKH}}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Hari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{{HARI}}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Tema: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ajuk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{{TEMA}}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{{TAJUK}}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Kandungan: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{{SK}}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Arial" panose="020B0704020202020204"/>
                          <a:cs typeface="Avalon" panose="020B7200000000000000" charset="0"/>
                        </a:rPr>
                        <a:t>{{SP}}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Arial" panose="020B0704020202020204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Objektif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{{OBJEKTIF}}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AKTIVITI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{{AKTIVITI}}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indent="0" eaLnBrk="0" fontAlgn="auto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REFLEKSI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{{REFLEKSI}}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CATATAN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 gridSpan="3">
                  <a:txBody>
                    <a:bodyPr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PAK 21: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{{PAK21}}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Kehadiran: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{{KEHADIRAN}}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503555" y="570230"/>
          <a:ext cx="6454775" cy="3899535"/>
        </p:xfrm>
        <a:graphic>
          <a:graphicData uri="http://schemas.openxmlformats.org/drawingml/2006/table">
            <a:tbl>
              <a:tblPr/>
              <a:tblGrid>
                <a:gridCol w="1122680"/>
                <a:gridCol w="2186305"/>
                <a:gridCol w="3145790"/>
              </a:tblGrid>
              <a:tr h="274320">
                <a:tc gridSpan="3">
                  <a:txBody>
                    <a:bodyPr/>
                    <a:p>
                      <a:pPr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BAHASA MELAYU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Kelas: 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Masa: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{{KELAS}}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{{MASA}}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Tarikh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{{TARIKH}}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Hari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   </a:t>
                      </a: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{{HARI}}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Tema: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T</a:t>
                      </a:r>
                      <a:r>
                        <a:rPr 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ajuk</a:t>
                      </a: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{{TEMA}}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{{TAJUK}}</a:t>
                      </a:r>
                      <a:endParaRPr lang="en-US" altLang="en-US"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Kandungan: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{{SK}}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Standard 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solidFill>
                            <a:srgbClr val="000000"/>
                          </a:solidFill>
                          <a:latin typeface="Avalon" panose="020B7200000000000000" charset="0"/>
                          <a:ea typeface="Arial" panose="020B0704020202020204"/>
                          <a:cs typeface="Avalon" panose="020B7200000000000000" charset="0"/>
                        </a:rPr>
                        <a:t>{{SP}}</a:t>
                      </a:r>
                      <a:endParaRPr lang="en-US" altLang="en-US" sz="900">
                        <a:solidFill>
                          <a:srgbClr val="000000"/>
                        </a:solidFill>
                        <a:latin typeface="Avalon" panose="020B7200000000000000" charset="0"/>
                        <a:ea typeface="Arial" panose="020B0704020202020204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Objektif 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Pembelajaran: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gridSpan="2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{{OBJEKTIF}}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AKTIVITI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84835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{{AKTIVITI}}</a:t>
                      </a: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  <a:sym typeface="+mn-ea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indent="0" eaLnBrk="0" fontAlgn="auto" hangingPunc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REFLEKSI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 gridSpan="3">
                  <a:txBody>
                    <a:bodyPr/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{{REFLEKSI}}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marL="0" indent="0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 </a:t>
                      </a:r>
                      <a:endParaRPr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37160">
                <a:tc gridSpan="3">
                  <a:txBody>
                    <a:bodyPr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900" b="1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CATATAN</a:t>
                      </a:r>
                      <a:endParaRPr sz="900" b="1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82980">
                <a:tc gridSpan="3">
                  <a:txBody>
                    <a:bodyPr/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PAK 21: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{{PAK21}}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Kehadiran: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900">
                          <a:latin typeface="Avalon" panose="020B7200000000000000" charset="0"/>
                          <a:ea typeface="Calibri"/>
                          <a:cs typeface="Avalon" panose="020B7200000000000000" charset="0"/>
                        </a:rPr>
                        <a:t>{{KEHADIRAN}}</a:t>
                      </a: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  <a:p>
                      <a:pPr algn="l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en-US" sz="900">
                        <a:latin typeface="Avalon" panose="020B7200000000000000" charset="0"/>
                        <a:ea typeface="Calibri"/>
                        <a:cs typeface="Avalon" panose="020B7200000000000000" charset="0"/>
                      </a:endParaRPr>
                    </a:p>
                  </a:txBody>
                  <a:tcPr marL="68580" marR="68580" marT="0" marB="0" anchor="t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cP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2690</Words>
  <Application>WPS Writer</Application>
  <PresentationFormat>Custom</PresentationFormat>
  <Paragraphs>530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Helvetica Neue</vt:lpstr>
      <vt:lpstr>Avalon</vt:lpstr>
      <vt:lpstr>Calibri</vt:lpstr>
      <vt:lpstr>Arial</vt:lpstr>
      <vt:lpstr>Microsoft YaHei</vt:lpstr>
      <vt:lpstr>汉仪旗黑</vt:lpstr>
      <vt:lpstr>Arial Unicode MS</vt:lpstr>
      <vt:lpstr>1_Office Theme</vt:lpstr>
      <vt:lpstr>2_Office Theme</vt:lpstr>
      <vt:lpstr>3_Office Theme</vt:lpstr>
      <vt:lpstr>4_Office Theme</vt:lpstr>
      <vt:lpstr>5_Office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MoonLuna</cp:lastModifiedBy>
  <cp:revision>76</cp:revision>
  <cp:lastPrinted>2026-02-21T08:03:27Z</cp:lastPrinted>
  <dcterms:created xsi:type="dcterms:W3CDTF">2026-02-21T08:03:27Z</dcterms:created>
  <dcterms:modified xsi:type="dcterms:W3CDTF">2026-02-21T08:03:27Z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5B3554BC70C2B05F1C2BD66755C73235_42</vt:lpwstr>
  </property>
  <property fmtid="{D5CDD505-2E9C-101B-9397-08002B2CF9AE}" pid="3" name="KSOProductBuildVer">
    <vt:lpwstr>1033-12.1.23155.23155</vt:lpwstr>
  </property>
</Properties>
</file>